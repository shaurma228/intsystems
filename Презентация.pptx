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00BF3-83B4-4F0C-AE3C-9F2128487708}" v="330" dt="2026-03-31T15:18:31.881"/>
    <p1510:client id="{65878C08-93D5-4B6C-BCEA-A16D4BECB069}" v="40" dt="2026-03-31T15:23:13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a typeface="+mj-lt"/>
                <a:cs typeface="+mj-lt"/>
              </a:rPr>
              <a:t>Экспертная система подбора комплектующих персонального компьютера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791157" y="4430881"/>
            <a:ext cx="4719053" cy="17359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>
                <a:ea typeface="+mn-lt"/>
                <a:cs typeface="+mn-lt"/>
              </a:rPr>
              <a:t>Работу выполнили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студент группы ИТ-7,8-2023 3 курса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Ишманов И.И., Ельков Л.В., Дудин Д.С., Черноусов Н. 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CBFD9B-6050-BD17-D466-1A38A0F7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Цели системы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06DED-3491-EF31-0D1A-E667A17DD260}"/>
              </a:ext>
            </a:extLst>
          </p:cNvPr>
          <p:cNvSpPr txBox="1"/>
          <p:nvPr/>
        </p:nvSpPr>
        <p:spPr>
          <a:xfrm>
            <a:off x="1002631" y="16844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10094-96CA-1F3B-448E-1D01E67C51A6}"/>
              </a:ext>
            </a:extLst>
          </p:cNvPr>
          <p:cNvSpPr txBox="1"/>
          <p:nvPr/>
        </p:nvSpPr>
        <p:spPr>
          <a:xfrm>
            <a:off x="4238200" y="1588515"/>
            <a:ext cx="778309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Целью системы является помощь пользователю в подборе совместимой конфигурации персонального компьютера с учётом назначения системы, бюджета и требований к производительности.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46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5081E-1311-F708-310F-49D00C3E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Целевая аудитория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D7097-8A49-9EC1-47E8-F656F6035AC6}"/>
              </a:ext>
            </a:extLst>
          </p:cNvPr>
          <p:cNvSpPr txBox="1"/>
          <p:nvPr/>
        </p:nvSpPr>
        <p:spPr>
          <a:xfrm>
            <a:off x="6465351" y="1690688"/>
            <a:ext cx="73419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⦁    рядовые пользователи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студенты и начинающие сборщики ПК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офисные пользователи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геймеры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52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9A96-B092-7B49-84C9-079A8127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Предметная область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05CEF-0449-4586-0417-9368AECE61C7}"/>
              </a:ext>
            </a:extLst>
          </p:cNvPr>
          <p:cNvSpPr txBox="1"/>
          <p:nvPr/>
        </p:nvSpPr>
        <p:spPr>
          <a:xfrm>
            <a:off x="6336737" y="1690688"/>
            <a:ext cx="51902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Предметной областью системы является подбор и совместимость комплектующих персонального компьютера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86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AFDCC-9257-3007-ECD1-9042F234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Основные функции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7D01D-E24A-47E1-47E2-E60C4A307239}"/>
              </a:ext>
            </a:extLst>
          </p:cNvPr>
          <p:cNvSpPr txBox="1"/>
          <p:nvPr/>
        </p:nvSpPr>
        <p:spPr>
          <a:xfrm>
            <a:off x="4080306" y="1690688"/>
            <a:ext cx="843814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Система выполняет следующие основные функции: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процессора в зависимости от цели использования и бюджета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видеокарты с учётом назначения компьютера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выбор совместимой материнской платы по сокету процессора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оперативной памяти по типу памяти материнской платы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накопителя в зависимости от сценария использования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корпуса с учётом форм-фактора материнской платы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блока питания с учётом энергопотребления конфигурации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контроль минимального бюджета для выбранного типа системы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вывод итоговой сборки и цепочки сработавших правил</a:t>
            </a:r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18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73030-5D68-C5C0-7704-A7F9D48FA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40" y="566092"/>
            <a:ext cx="10515600" cy="1325563"/>
          </a:xfrm>
        </p:spPr>
        <p:txBody>
          <a:bodyPr/>
          <a:lstStyle/>
          <a:p>
            <a:r>
              <a:rPr lang="ru-RU" dirty="0"/>
              <a:t>Дерево решений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A7495-D5FD-1F53-0495-761487A98F26}"/>
              </a:ext>
            </a:extLst>
          </p:cNvPr>
          <p:cNvSpPr txBox="1"/>
          <p:nvPr/>
        </p:nvSpPr>
        <p:spPr>
          <a:xfrm>
            <a:off x="1778000" y="204536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pic>
        <p:nvPicPr>
          <p:cNvPr id="5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787" y="365126"/>
            <a:ext cx="7051041" cy="64928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63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F3EEF-4275-6F7A-8E04-85870F93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Ограничения системы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B60B2-E0B4-2D69-2485-B4672A158D37}"/>
              </a:ext>
            </a:extLst>
          </p:cNvPr>
          <p:cNvSpPr txBox="1"/>
          <p:nvPr/>
        </p:nvSpPr>
        <p:spPr>
          <a:xfrm>
            <a:off x="3000410" y="1690688"/>
            <a:ext cx="927285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⦁    система работает только с заранее заданной базой правил и не обучается на новых данных автоматически;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подбор комплектующих ограничен фиксированным набором компонентов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не учитывается реальная рыночная динамика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совместимость комплектующих проверяется на базовом уровне, без детального аппаратного анализа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система не учитывает индивидуальные предпочтения пользователя, кроме заданной цели использования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отсутствует интеграция с внешними источниками данных;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решение носит рекомендательный характер и не гарантирует оптимальность сборки на 100%</a:t>
            </a:r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13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56AC1-2A78-3056-53EF-C2F8E1A5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Критерии успеха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5BD3D-64EB-ADF9-84DE-F2CDE204BAF8}"/>
              </a:ext>
            </a:extLst>
          </p:cNvPr>
          <p:cNvSpPr txBox="1"/>
          <p:nvPr/>
        </p:nvSpPr>
        <p:spPr>
          <a:xfrm>
            <a:off x="4118607" y="1690688"/>
            <a:ext cx="846749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⦁    система корректно принимает входные данные</a:t>
            </a:r>
          </a:p>
          <a:p>
            <a:r>
              <a:rPr lang="ru-RU" dirty="0">
                <a:ea typeface="+mn-lt"/>
                <a:cs typeface="+mn-lt"/>
              </a:rPr>
              <a:t>⦁    на основе введённых данных формируется итоговая конфигурация персонального компьютера</a:t>
            </a:r>
          </a:p>
          <a:p>
            <a:r>
              <a:rPr lang="ru-RU" dirty="0">
                <a:ea typeface="+mn-lt"/>
                <a:cs typeface="+mn-lt"/>
              </a:rPr>
              <a:t>⦁    все ключевые правила экспертной системы (R1–R6) корректно срабатывают в процессе работы</a:t>
            </a:r>
          </a:p>
          <a:p>
            <a:r>
              <a:rPr lang="ru-RU" dirty="0">
                <a:ea typeface="+mn-lt"/>
                <a:cs typeface="+mn-lt"/>
              </a:rPr>
              <a:t>⦁    выводится цепочка сработавших правил для объяснения полученного результата </a:t>
            </a:r>
          </a:p>
          <a:p>
            <a:r>
              <a:rPr lang="ru-RU" dirty="0">
                <a:ea typeface="+mn-lt"/>
                <a:cs typeface="+mn-lt"/>
              </a:rPr>
              <a:t>⦁    подбираемые комплектующие соответствуют заданной цели </a:t>
            </a:r>
          </a:p>
          <a:p>
            <a:r>
              <a:rPr lang="ru-RU" dirty="0">
                <a:ea typeface="+mn-lt"/>
                <a:cs typeface="+mn-lt"/>
              </a:rPr>
              <a:t>⦁    итоговая сборка является совместимой с точки зрения базовых параметров</a:t>
            </a:r>
          </a:p>
          <a:p>
            <a:r>
              <a:rPr lang="ru-RU" dirty="0">
                <a:ea typeface="+mn-lt"/>
                <a:cs typeface="+mn-lt"/>
              </a:rPr>
              <a:t>⦁    система стабильно работает без ошибок при различных входных сценариях</a:t>
            </a:r>
          </a:p>
        </p:txBody>
      </p:sp>
    </p:spTree>
    <p:extLst>
      <p:ext uri="{BB962C8B-B14F-4D97-AF65-F5344CB8AC3E}">
        <p14:creationId xmlns:p14="http://schemas.microsoft.com/office/powerpoint/2010/main" val="396191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1549C-B342-D63A-A703-27F71E14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База знаний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5072F-A78E-6736-8926-F8DFDF2DFC12}"/>
              </a:ext>
            </a:extLst>
          </p:cNvPr>
          <p:cNvSpPr txBox="1"/>
          <p:nvPr/>
        </p:nvSpPr>
        <p:spPr>
          <a:xfrm>
            <a:off x="4536468" y="1880412"/>
            <a:ext cx="786036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⦁    набор правил (R1, R3, R5, R6, R8, R11, R12), описывающих логику выбора компонентов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факты, поступающие от пользователя (цель использования системы и бюджет)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промежуточные факты, формируемые в процессе вывода (подходящие типы CPU, GPU, RAM и т.д.) 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⦁    итоговый факт — сформированная конфигурация персонального компьютера </a:t>
            </a:r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490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89DED-88D9-F74C-B5E7-C4622CAD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Архитектура системы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DB7D4-84E9-9459-7173-D66AAB55FA12}"/>
              </a:ext>
            </a:extLst>
          </p:cNvPr>
          <p:cNvSpPr txBox="1"/>
          <p:nvPr/>
        </p:nvSpPr>
        <p:spPr>
          <a:xfrm>
            <a:off x="6240027" y="1462246"/>
            <a:ext cx="1123051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1. Модуль ввода данных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2. База знаний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3. Машина вывода (</a:t>
            </a:r>
            <a:r>
              <a:rPr lang="ru-RU" dirty="0" err="1">
                <a:ea typeface="+mn-lt"/>
                <a:cs typeface="+mn-lt"/>
              </a:rPr>
              <a:t>Inference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Engine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4. Рабочая память</a:t>
            </a:r>
            <a:endParaRPr lang="ru-RU" dirty="0"/>
          </a:p>
          <a:p>
            <a:r>
              <a:rPr lang="ru-RU" dirty="0"/>
              <a:t>5. Модуль вывода результата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7934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</Words>
  <Application>Microsoft Office PowerPoint</Application>
  <PresentationFormat>Широкоэкранный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Экспертная система подбора комплектующих персонального компьютера</vt:lpstr>
      <vt:lpstr>Цели системы</vt:lpstr>
      <vt:lpstr>Целевая аудитория</vt:lpstr>
      <vt:lpstr>Предметная область</vt:lpstr>
      <vt:lpstr>Основные функции</vt:lpstr>
      <vt:lpstr>Дерево решений</vt:lpstr>
      <vt:lpstr>Ограничения системы</vt:lpstr>
      <vt:lpstr>Критерии успеха</vt:lpstr>
      <vt:lpstr>База знаний</vt:lpstr>
      <vt:lpstr>Архитектура системы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Экспертная система подбора комплектующих персонального компьютера</dc:title>
  <dc:creator>Дмитрий Дудин, ФИТ-3-2023</dc:creator>
  <cp:lastModifiedBy>Дмитрий Дудин, ФИТ-3-2023</cp:lastModifiedBy>
  <cp:revision>114</cp:revision>
  <dcterms:created xsi:type="dcterms:W3CDTF">2026-03-31T14:44:35Z</dcterms:created>
  <dcterms:modified xsi:type="dcterms:W3CDTF">2026-03-31T15:59:27Z</dcterms:modified>
</cp:coreProperties>
</file>